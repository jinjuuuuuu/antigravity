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39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3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92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8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45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16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55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47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519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143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93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1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7CA74-0E4F-4A77-98F0-7909B0DE927D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F73F6-FAD8-433D-B8F6-A4BE6780F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308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주제 </a:t>
            </a:r>
            <a:r>
              <a:rPr lang="en-US" altLang="ko-KR" smtClean="0"/>
              <a:t>5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내용 </a:t>
            </a:r>
            <a:r>
              <a:rPr lang="en-US" altLang="ko-KR" smtClean="0"/>
              <a:t>5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54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주제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5</dc:title>
  <dc:creator>MK-Desktop</dc:creator>
  <cp:lastModifiedBy>MK-Desktop</cp:lastModifiedBy>
  <cp:revision>1</cp:revision>
  <dcterms:created xsi:type="dcterms:W3CDTF">2023-07-08T05:53:47Z</dcterms:created>
  <dcterms:modified xsi:type="dcterms:W3CDTF">2023-07-08T05:53:47Z</dcterms:modified>
</cp:coreProperties>
</file>