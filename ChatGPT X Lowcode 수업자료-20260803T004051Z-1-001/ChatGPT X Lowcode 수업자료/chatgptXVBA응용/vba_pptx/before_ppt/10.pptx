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24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1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5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5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21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24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48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43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16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06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916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89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D0E18-2836-43C1-8A7A-A0752B91882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BB800-0D9A-4FFC-BC66-B857085AE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29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10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10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920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10</dc:title>
  <dc:creator>MK-Desktop</dc:creator>
  <cp:lastModifiedBy>MK-Desktop</cp:lastModifiedBy>
  <cp:revision>1</cp:revision>
  <dcterms:created xsi:type="dcterms:W3CDTF">2023-07-08T05:53:49Z</dcterms:created>
  <dcterms:modified xsi:type="dcterms:W3CDTF">2023-07-08T05:53:49Z</dcterms:modified>
</cp:coreProperties>
</file>