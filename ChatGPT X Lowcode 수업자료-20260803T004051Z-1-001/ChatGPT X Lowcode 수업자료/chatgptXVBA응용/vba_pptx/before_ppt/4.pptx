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B189-C073-41E8-8983-AE270DE06445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38CB-88AF-4901-AEDC-DE9419435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211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B189-C073-41E8-8983-AE270DE06445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38CB-88AF-4901-AEDC-DE9419435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429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B189-C073-41E8-8983-AE270DE06445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38CB-88AF-4901-AEDC-DE9419435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986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B189-C073-41E8-8983-AE270DE06445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38CB-88AF-4901-AEDC-DE9419435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191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B189-C073-41E8-8983-AE270DE06445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38CB-88AF-4901-AEDC-DE9419435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455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B189-C073-41E8-8983-AE270DE06445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38CB-88AF-4901-AEDC-DE9419435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950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B189-C073-41E8-8983-AE270DE06445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38CB-88AF-4901-AEDC-DE9419435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93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B189-C073-41E8-8983-AE270DE06445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38CB-88AF-4901-AEDC-DE9419435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9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B189-C073-41E8-8983-AE270DE06445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38CB-88AF-4901-AEDC-DE9419435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37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B189-C073-41E8-8983-AE270DE06445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38CB-88AF-4901-AEDC-DE9419435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915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B189-C073-41E8-8983-AE270DE06445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38CB-88AF-4901-AEDC-DE9419435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585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B189-C073-41E8-8983-AE270DE06445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338CB-88AF-4901-AEDC-DE9419435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375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8B189-C073-41E8-8983-AE270DE06445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338CB-88AF-4901-AEDC-DE9419435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148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주제 </a:t>
            </a:r>
            <a:r>
              <a:rPr lang="en-US" altLang="ko-KR" smtClean="0"/>
              <a:t>4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mtClean="0"/>
              <a:t>내용 </a:t>
            </a:r>
            <a:r>
              <a:rPr lang="en-US" altLang="ko-KR" smtClean="0"/>
              <a:t>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758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주제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주제 4</dc:title>
  <dc:creator>MK-Desktop</dc:creator>
  <cp:lastModifiedBy>MK-Desktop</cp:lastModifiedBy>
  <cp:revision>1</cp:revision>
  <dcterms:created xsi:type="dcterms:W3CDTF">2023-07-08T05:53:47Z</dcterms:created>
  <dcterms:modified xsi:type="dcterms:W3CDTF">2023-07-08T05:53:47Z</dcterms:modified>
</cp:coreProperties>
</file>