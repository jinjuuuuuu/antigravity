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02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84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54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58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18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19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69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51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026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79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927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116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FDD37-2414-49D7-9E61-579D0A5AA67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AD2C7-28E4-4DAB-8F68-100F8EEC9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34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주제 </a:t>
            </a:r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내용 </a:t>
            </a:r>
            <a:r>
              <a:rPr lang="en-US" altLang="ko-KR" smtClean="0"/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446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주제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 1</dc:title>
  <dc:creator>MK-Desktop</dc:creator>
  <cp:lastModifiedBy>MK-Desktop</cp:lastModifiedBy>
  <cp:revision>1</cp:revision>
  <dcterms:created xsi:type="dcterms:W3CDTF">2023-07-08T05:53:46Z</dcterms:created>
  <dcterms:modified xsi:type="dcterms:W3CDTF">2023-07-08T05:53:46Z</dcterms:modified>
</cp:coreProperties>
</file>