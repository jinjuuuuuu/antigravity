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2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77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6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516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8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76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6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50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71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545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34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5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E00B8-6BDC-4D28-BB6F-85280ED60CD9}" type="datetimeFigureOut">
              <a:rPr lang="ko-KR" altLang="en-US" smtClean="0"/>
              <a:t>2023-07-08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00F3C-949D-4661-A71C-4FFF0078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02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주제 </a:t>
            </a:r>
            <a:r>
              <a:rPr lang="en-US" altLang="ko-KR" smtClean="0"/>
              <a:t>2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내용 </a:t>
            </a:r>
            <a:r>
              <a:rPr lang="en-US" altLang="ko-KR" smtClean="0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726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주제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주제 2</dc:title>
  <dc:creator>MK-Desktop</dc:creator>
  <cp:lastModifiedBy>MK-Desktop</cp:lastModifiedBy>
  <cp:revision>1</cp:revision>
  <dcterms:created xsi:type="dcterms:W3CDTF">2023-07-08T05:53:46Z</dcterms:created>
  <dcterms:modified xsi:type="dcterms:W3CDTF">2023-07-08T05:53:46Z</dcterms:modified>
</cp:coreProperties>
</file>