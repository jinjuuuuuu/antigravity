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6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6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51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61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59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3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9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54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61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86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861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99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7B59-27F1-4AA2-8B96-1F055DFE2953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98B42-EA09-4E62-B268-3A19AAD7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65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9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3</dc:title>
  <dc:creator>MK-Desktop</dc:creator>
  <cp:lastModifiedBy>MK-Desktop</cp:lastModifiedBy>
  <cp:revision>1</cp:revision>
  <dcterms:created xsi:type="dcterms:W3CDTF">2023-07-08T05:53:47Z</dcterms:created>
  <dcterms:modified xsi:type="dcterms:W3CDTF">2023-07-08T05:53:47Z</dcterms:modified>
</cp:coreProperties>
</file>