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13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40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20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69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72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77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0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96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62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847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8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E1DF7-0926-4FD6-BDEC-56A4602BF72B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95ADC-CE49-4F9D-83F8-C35AA4865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1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6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56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6</dc:title>
  <dc:creator>MK-Desktop</dc:creator>
  <cp:lastModifiedBy>MK-Desktop</cp:lastModifiedBy>
  <cp:revision>1</cp:revision>
  <dcterms:created xsi:type="dcterms:W3CDTF">2023-07-08T05:53:47Z</dcterms:created>
  <dcterms:modified xsi:type="dcterms:W3CDTF">2023-07-08T05:53:47Z</dcterms:modified>
</cp:coreProperties>
</file>