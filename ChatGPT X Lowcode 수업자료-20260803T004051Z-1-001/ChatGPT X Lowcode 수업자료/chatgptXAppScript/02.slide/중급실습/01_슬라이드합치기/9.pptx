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텍스트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/>
              <a:t>주제 9</a:t>
            </a:r>
            <a:endParaRPr/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ko-KR"/>
              <a:t>내용 9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