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텍스트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algun Gothic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lgun Gothic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/>
              <a:t>주제 10</a:t>
            </a:r>
            <a:endParaRPr/>
          </a:p>
        </p:txBody>
      </p:sp>
      <p:sp>
        <p:nvSpPr>
          <p:cNvPr id="91" name="Google Shape;91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ko-KR"/>
              <a:t>내용 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