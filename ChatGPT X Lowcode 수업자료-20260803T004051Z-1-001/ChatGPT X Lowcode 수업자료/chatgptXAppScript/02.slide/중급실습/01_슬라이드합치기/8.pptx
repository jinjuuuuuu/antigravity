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텍스트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주제 8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내용 8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