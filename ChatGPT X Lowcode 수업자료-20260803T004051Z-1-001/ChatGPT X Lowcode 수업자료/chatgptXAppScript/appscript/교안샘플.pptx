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61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embeddedFontLst>
    <p:embeddedFont>
      <p:font typeface="Do Hyeon"/>
      <p:regular r:id="rId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font" Target="fonts/DoHyeon-regular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5" name="Google Shape;65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png"/><Relationship Id="rId3" Type="http://schemas.openxmlformats.org/officeDocument/2006/relationships/image" Target="../media/image1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704"/>
            <a:ext cx="9143998" cy="5162967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4352228" y="4853565"/>
            <a:ext cx="4395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fld id="{00000000-1234-1234-1234-123412341234}" type="slidenum">
              <a:rPr b="0" i="0" lang="ko" sz="8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‹#›</a:t>
            </a:fld>
            <a:endParaRPr b="0" i="0" sz="800" u="none" cap="none" strike="noStrike">
              <a:solidFill>
                <a:srgbClr val="7F7F7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Google Shape;15;p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6" name="Google Shape;16;p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7" name="Google Shape;17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0" name="Google Shape;2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" name="Google Shape;23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4" name="Google Shape;2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8" name="Google Shape;28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2" name="Google Shape;3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5" name="Google Shape;35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6" name="Google Shape;3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9" name="Google Shape;3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2" name="Google Shape;42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3" name="Google Shape;43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4" name="Google Shape;44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5" name="Google Shape;4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8" name="Google Shape;4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51" name="Google Shape;51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2" name="Google Shape;5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1"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2704"/>
            <a:ext cx="9143998" cy="5162967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72524" y="713280"/>
            <a:ext cx="4231049" cy="353059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2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k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5"/>
          <p:cNvSpPr txBox="1"/>
          <p:nvPr/>
        </p:nvSpPr>
        <p:spPr>
          <a:xfrm>
            <a:off x="-25" y="2552375"/>
            <a:ext cx="9144000" cy="25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600"/>
              <a:buFont typeface="Arial"/>
              <a:buNone/>
            </a:pPr>
            <a:r>
              <a:rPr b="0" i="0" lang="ko" sz="3600" u="none" cap="none" strike="noStrike">
                <a:solidFill>
                  <a:srgbClr val="3F3F3F"/>
                </a:solidFill>
                <a:latin typeface="Do Hyeon"/>
                <a:ea typeface="Do Hyeon"/>
                <a:cs typeface="Do Hyeon"/>
                <a:sym typeface="Do Hyeon"/>
              </a:rPr>
              <a:t>{교육제목}</a:t>
            </a:r>
            <a:endParaRPr b="0" i="0" sz="3600" u="none" cap="none" strike="noStrike">
              <a:solidFill>
                <a:srgbClr val="3F3F3F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61" name="Google Shape;61;p15"/>
          <p:cNvSpPr txBox="1"/>
          <p:nvPr/>
        </p:nvSpPr>
        <p:spPr>
          <a:xfrm>
            <a:off x="3992357" y="1098500"/>
            <a:ext cx="1159200" cy="1108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600"/>
              <a:buFont typeface="Arial"/>
              <a:buNone/>
            </a:pPr>
            <a:r>
              <a:rPr b="0" i="0" lang="ko" sz="6600" u="none" cap="none" strike="noStrike">
                <a:solidFill>
                  <a:srgbClr val="3F3F3F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6600" u="none" cap="none" strike="noStrike">
              <a:solidFill>
                <a:srgbClr val="3F3F3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62" name="Google Shape;62;p15"/>
          <p:cNvCxnSpPr/>
          <p:nvPr/>
        </p:nvCxnSpPr>
        <p:spPr>
          <a:xfrm>
            <a:off x="3491880" y="2321785"/>
            <a:ext cx="2262600" cy="0"/>
          </a:xfrm>
          <a:prstGeom prst="straightConnector1">
            <a:avLst/>
          </a:prstGeom>
          <a:noFill/>
          <a:ln cap="flat" cmpd="sng" w="9525">
            <a:solidFill>
              <a:srgbClr val="03336E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6"/>
          <p:cNvSpPr/>
          <p:nvPr/>
        </p:nvSpPr>
        <p:spPr>
          <a:xfrm>
            <a:off x="482600" y="636400"/>
            <a:ext cx="2693100" cy="411300"/>
          </a:xfrm>
          <a:prstGeom prst="rect">
            <a:avLst/>
          </a:prstGeom>
          <a:solidFill>
            <a:srgbClr val="4898D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100"/>
              <a:buFont typeface="Arial"/>
              <a:buNone/>
            </a:pPr>
            <a:r>
              <a:rPr b="0" i="0" lang="ko" sz="2100" u="none" cap="none" strike="noStrike">
                <a:solidFill>
                  <a:schemeClr val="lt1"/>
                </a:solidFill>
                <a:latin typeface="Do Hyeon"/>
                <a:ea typeface="Do Hyeon"/>
                <a:cs typeface="Do Hyeon"/>
                <a:sym typeface="Do Hyeon"/>
              </a:rPr>
              <a:t>학습 목표</a:t>
            </a:r>
            <a:endParaRPr b="0" i="0" sz="1500" u="none" cap="none" strike="noStrike">
              <a:solidFill>
                <a:srgbClr val="000000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  <p:sp>
        <p:nvSpPr>
          <p:cNvPr id="68" name="Google Shape;68;p16"/>
          <p:cNvSpPr txBox="1"/>
          <p:nvPr/>
        </p:nvSpPr>
        <p:spPr>
          <a:xfrm>
            <a:off x="848075" y="1082693"/>
            <a:ext cx="7610100" cy="363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55600" lvl="0" marL="457200" marR="0" rtl="0" algn="l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Clr>
                <a:srgbClr val="3F3F3F"/>
              </a:buClr>
              <a:buSzPts val="2000"/>
              <a:buFont typeface="Do Hyeon"/>
              <a:buChar char="●"/>
            </a:pPr>
            <a:r>
              <a:rPr b="0" i="0" lang="ko" sz="2000" u="none" cap="none" strike="noStrike">
                <a:solidFill>
                  <a:srgbClr val="3F3F3F"/>
                </a:solidFill>
                <a:latin typeface="Do Hyeon"/>
                <a:ea typeface="Do Hyeon"/>
                <a:cs typeface="Do Hyeon"/>
                <a:sym typeface="Do Hyeon"/>
              </a:rPr>
              <a:t>{교육목표}</a:t>
            </a:r>
            <a:endParaRPr b="0" i="0" sz="2000" u="none" cap="none" strike="noStrike">
              <a:solidFill>
                <a:srgbClr val="3F3F3F"/>
              </a:solidFill>
              <a:latin typeface="Do Hyeon"/>
              <a:ea typeface="Do Hyeon"/>
              <a:cs typeface="Do Hyeon"/>
              <a:sym typeface="Do Hyeon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