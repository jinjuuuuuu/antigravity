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96575" cy="7562850"/>
  <p:notesSz cx="7562850" cy="106965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M44k9LQIdcQmQK03OkIH62ilL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122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3075" y="0"/>
            <a:ext cx="3278188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6000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3075" y="10160000"/>
            <a:ext cx="3278188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28725" y="1336675"/>
            <a:ext cx="5105400" cy="3609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�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�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�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�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057" y="1029998"/>
            <a:ext cx="10073241" cy="55662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80653" y="4803361"/>
            <a:ext cx="1191109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 b="0" i="0" u="none" strike="noStrike" cap="none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529011" y="2274004"/>
            <a:ext cx="490035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contents here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495354" y="2613138"/>
            <a:ext cx="693402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담당자 : </a:t>
            </a:r>
            <a:r>
              <a:rPr lang="en-US" sz="2800" spc="100">
                <a:solidFill>
                  <a:srgbClr val="0070C0"/>
                </a:solidFill>
              </a:rPr>
              <a:t>{담당자}</a:t>
            </a:r>
            <a:r>
              <a:rPr lang="en-US" sz="2800" spc="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sz="11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59176" y="3495401"/>
            <a:ext cx="4770221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a brief summary of or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the presentation.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subtitle here.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766" y="4658977"/>
            <a:ext cx="405486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5099" y="2122964"/>
            <a:ext cx="3419407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-448788" y="2262866"/>
            <a:ext cx="4815300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spc="100">
                <a:solidFill>
                  <a:srgbClr val="0070C0"/>
                </a:solidFill>
              </a:rPr>
              <a:t>{회사명}</a:t>
            </a:r>
            <a:r>
              <a:rPr lang="en-US" sz="23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를 위한</a:t>
            </a:r>
            <a:endParaRPr sz="12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23085" y="199162"/>
            <a:ext cx="1097376" cy="682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01339" y="5984486"/>
            <a:ext cx="11508522" cy="103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-176119" y="1315053"/>
            <a:ext cx="10183283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440244" y="3167521"/>
            <a:ext cx="6093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244236" y="3994103"/>
            <a:ext cx="600984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pc="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pc="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pc="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745052" y="4061725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제품소개</a:t>
            </a:r>
            <a:endParaRPr sz="10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81087" y="2414065"/>
            <a:ext cx="88365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100">
                <a:solidFill>
                  <a:srgbClr val="0070C0"/>
                </a:solidFill>
              </a:rPr>
              <a:t>{담당자}</a:t>
            </a:r>
            <a:r>
              <a:rPr lang="en-US" sz="1600" spc="1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 </a:t>
            </a:r>
            <a:r>
              <a:rPr lang="en-US" sz="1600" spc="100">
                <a:solidFill>
                  <a:srgbClr val="0070C0"/>
                </a:solidFill>
              </a:rPr>
              <a:t>{회사명}</a:t>
            </a:r>
            <a:r>
              <a:rPr lang="en-US" sz="16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위한 신제품 제안서를 작성하였습니다.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이번 신제품은 </a:t>
            </a:r>
            <a:r>
              <a:rPr lang="en-US" sz="1600" spc="100">
                <a:solidFill>
                  <a:srgbClr val="0070C0"/>
                </a:solidFill>
              </a:rPr>
              <a:t>{산업군}</a:t>
            </a:r>
            <a:r>
              <a:rPr lang="en-US" sz="16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환경에서 꼭 필요한 제품입니다. 긍정적인 검토부탁드립니다.  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745052" y="4381100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개발배경</a:t>
            </a:r>
            <a:endParaRPr sz="10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745052" y="4700475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시황분석</a:t>
            </a:r>
            <a:endParaRPr sz="10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745052" y="5019850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spc="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제안내용</a:t>
            </a:r>
            <a:endParaRPr sz="10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3"/>
          <p:cNvGrpSpPr/>
          <p:nvPr/>
        </p:nvGrpSpPr>
        <p:grpSpPr>
          <a:xfrm>
            <a:off x="-128120" y="504468"/>
            <a:ext cx="5625694" cy="6552969"/>
            <a:chOff x="-128120" y="504468"/>
            <a:chExt cx="5625694" cy="6552969"/>
          </a:xfrm>
        </p:grpSpPr>
        <p:pic>
          <p:nvPicPr>
            <p:cNvPr id="115" name="Google Shape;115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28120" y="504468"/>
              <a:ext cx="5492450" cy="655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2241736" y="3636567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1002" y="1921668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141351" y="2017519"/>
            <a:ext cx="4900586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MANE IS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211037" y="1357010"/>
            <a:ext cx="5548307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211037" y="2589575"/>
            <a:ext cx="568184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self-introduction here. Double-click the text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modify the information. Use the right page layout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  Write a self-introduction here. Double-click the text to modify the information.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7979" y="4131759"/>
            <a:ext cx="2278207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07979" y="4404007"/>
            <a:ext cx="2107520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07979" y="4676255"/>
            <a:ext cx="2242052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07979" y="4948503"/>
            <a:ext cx="1947764" cy="18120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6211037" y="4114033"/>
            <a:ext cx="172544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Illustrator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Indesign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AfterEffects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211037" y="3727881"/>
            <a:ext cx="252340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SKILLS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211037" y="2224536"/>
            <a:ext cx="151514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AM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9314502" y="4114033"/>
            <a:ext cx="59540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82%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211037" y="5410153"/>
            <a:ext cx="345088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6211037" y="5779664"/>
            <a:ext cx="55483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work history here.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award-winning details here.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697684" y="3525042"/>
            <a:ext cx="904519" cy="344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6514920" y="2827846"/>
            <a:ext cx="3685245" cy="161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576693" y="4055067"/>
            <a:ext cx="530889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the chapter title here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48351" y="3328204"/>
            <a:ext cx="6365577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5915168" y="1327160"/>
            <a:ext cx="2969422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743180" y="2333864"/>
            <a:ext cx="769136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enter general information describing the page.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 page layout to suit your purposes.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743180" y="1575600"/>
            <a:ext cx="6906658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 rot="5400000">
            <a:off x="8615853" y="3526578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 rot="5400000">
            <a:off x="8899545" y="4942355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NAME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5"/>
          <p:cNvGrpSpPr/>
          <p:nvPr/>
        </p:nvGrpSpPr>
        <p:grpSpPr>
          <a:xfrm>
            <a:off x="-1053068" y="582177"/>
            <a:ext cx="11946070" cy="6507615"/>
            <a:chOff x="-1053068" y="582177"/>
            <a:chExt cx="11946070" cy="6507615"/>
          </a:xfrm>
        </p:grpSpPr>
        <p:pic>
          <p:nvPicPr>
            <p:cNvPr id="150" name="Google Shape;150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6916" y="3265797"/>
              <a:ext cx="9030098" cy="382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-1053068" y="3120876"/>
              <a:ext cx="9826250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7680000">
              <a:off x="8102331" y="1832292"/>
              <a:ext cx="3313681" cy="28877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3301161" y="1327160"/>
            <a:ext cx="2969422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743180" y="2800205"/>
            <a:ext cx="6289366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6"/>
          <p:cNvGrpSpPr/>
          <p:nvPr/>
        </p:nvGrpSpPr>
        <p:grpSpPr>
          <a:xfrm>
            <a:off x="6840496" y="1296538"/>
            <a:ext cx="3174542" cy="5095457"/>
            <a:chOff x="6840496" y="1296538"/>
            <a:chExt cx="3174542" cy="5095457"/>
          </a:xfrm>
        </p:grpSpPr>
        <p:pic>
          <p:nvPicPr>
            <p:cNvPr id="160" name="Google Shape;160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57795" y="1296538"/>
              <a:ext cx="3057243" cy="50954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5400000">
              <a:off x="4446781" y="3698593"/>
              <a:ext cx="5076202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2" name="Google Shape;16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743180" y="3903190"/>
            <a:ext cx="39882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3611764" y="3903190"/>
            <a:ext cx="39882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1257" y="4094158"/>
            <a:ext cx="12097752" cy="28138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7"/>
          <p:cNvGrpSpPr/>
          <p:nvPr/>
        </p:nvGrpSpPr>
        <p:grpSpPr>
          <a:xfrm>
            <a:off x="-1622784" y="-337093"/>
            <a:ext cx="11694133" cy="7371181"/>
            <a:chOff x="-1622784" y="-337093"/>
            <a:chExt cx="11694133" cy="7371181"/>
          </a:xfrm>
        </p:grpSpPr>
        <p:pic>
          <p:nvPicPr>
            <p:cNvPr id="171" name="Google Shape;171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31477" y="1726541"/>
              <a:ext cx="8581836" cy="4159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-2079976" y="2629974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0800000">
              <a:off x="-1622784" y="1565339"/>
              <a:ext cx="11694133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523621" y="5741427"/>
              <a:ext cx="9089691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5400000">
              <a:off x="6910389" y="4225772"/>
              <a:ext cx="5327860" cy="2887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7"/>
          <p:cNvSpPr txBox="1"/>
          <p:nvPr/>
        </p:nvSpPr>
        <p:spPr>
          <a:xfrm>
            <a:off x="6261801" y="1923906"/>
            <a:ext cx="2839031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spc="100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1383462" y="2099997"/>
            <a:ext cx="6146771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spc="100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1383462" y="3263955"/>
            <a:ext cx="42612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 rot="5400000">
            <a:off x="8615853" y="3161739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 rot="5400000">
            <a:off x="8899665" y="4860697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974" y="2126533"/>
            <a:ext cx="4511436" cy="4029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5378" y="2126533"/>
            <a:ext cx="4511436" cy="402963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/>
        </p:nvSpPr>
        <p:spPr>
          <a:xfrm>
            <a:off x="7832920" y="1122374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479105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 txBox="1"/>
          <p:nvPr/>
        </p:nvSpPr>
        <p:spPr>
          <a:xfrm>
            <a:off x="1477524" y="3160498"/>
            <a:ext cx="453178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1477524" y="4033778"/>
            <a:ext cx="477882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keywo-rd. Please enter information about the photo in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frame.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 The font used is G market sans Medium. Please enter relevant details here. Write a key sentence or an additional explanation or keyw-ord.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3056" y="2786825"/>
            <a:ext cx="3821319" cy="329565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 rot="5400000">
            <a:off x="-655641" y="3245296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 rot="5400000">
            <a:off x="-371829" y="4944254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1257" y="700288"/>
            <a:ext cx="9034630" cy="21114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9"/>
          <p:cNvGrpSpPr/>
          <p:nvPr/>
        </p:nvGrpSpPr>
        <p:grpSpPr>
          <a:xfrm>
            <a:off x="7536838" y="519462"/>
            <a:ext cx="3244947" cy="6522981"/>
            <a:chOff x="7536838" y="519462"/>
            <a:chExt cx="3244947" cy="6522981"/>
          </a:xfrm>
        </p:grpSpPr>
        <p:pic>
          <p:nvPicPr>
            <p:cNvPr id="200" name="Google Shape;200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59387" y="700288"/>
              <a:ext cx="3122398" cy="6244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5400000">
              <a:off x="4419733" y="3636567"/>
              <a:ext cx="6522981" cy="2887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9"/>
          <p:cNvGrpSpPr/>
          <p:nvPr/>
        </p:nvGrpSpPr>
        <p:grpSpPr>
          <a:xfrm>
            <a:off x="1055020" y="4046652"/>
            <a:ext cx="2514986" cy="1970252"/>
            <a:chOff x="1055020" y="4046652"/>
            <a:chExt cx="2514986" cy="1970252"/>
          </a:xfrm>
        </p:grpSpPr>
        <p:pic>
          <p:nvPicPr>
            <p:cNvPr id="203" name="Google Shape;203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55020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55020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55020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55020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55020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" name="Google Shape;208;p9"/>
          <p:cNvSpPr txBox="1"/>
          <p:nvPr/>
        </p:nvSpPr>
        <p:spPr>
          <a:xfrm>
            <a:off x="8109439" y="1184642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spc="100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 txBox="1"/>
          <p:nvPr/>
        </p:nvSpPr>
        <p:spPr>
          <a:xfrm>
            <a:off x="4312557" y="1414631"/>
            <a:ext cx="420564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743180" y="1639745"/>
            <a:ext cx="460931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407325" y="3974422"/>
            <a:ext cx="58978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356946" y="6074242"/>
            <a:ext cx="3753949" cy="27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724842" y="3094123"/>
            <a:ext cx="674578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graphs to effectively build pages. 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more information about the topic.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5400000">
            <a:off x="935807" y="5064281"/>
            <a:ext cx="132797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1192193" y="4860750"/>
            <a:ext cx="1735033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5400000">
            <a:off x="2034684" y="5243323"/>
            <a:ext cx="969887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5400000">
            <a:off x="2355865" y="5104588"/>
            <a:ext cx="1247357" cy="5549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9"/>
          <p:cNvGrpSpPr/>
          <p:nvPr/>
        </p:nvGrpSpPr>
        <p:grpSpPr>
          <a:xfrm>
            <a:off x="4399758" y="4046652"/>
            <a:ext cx="2514986" cy="1970252"/>
            <a:chOff x="4399758" y="4046652"/>
            <a:chExt cx="2514986" cy="1970252"/>
          </a:xfrm>
        </p:grpSpPr>
        <p:pic>
          <p:nvPicPr>
            <p:cNvPr id="220" name="Google Shape;220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99758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99758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99758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99758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99758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9"/>
          <p:cNvSpPr txBox="1"/>
          <p:nvPr/>
        </p:nvSpPr>
        <p:spPr>
          <a:xfrm>
            <a:off x="3752064" y="3974422"/>
            <a:ext cx="58978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spc="10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spc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3701684" y="6074242"/>
            <a:ext cx="3753949" cy="27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5400000">
            <a:off x="3883626" y="4667361"/>
            <a:ext cx="212181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5400000">
            <a:off x="4696688" y="5020506"/>
            <a:ext cx="141552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rot="5400000">
            <a:off x="4984237" y="4848138"/>
            <a:ext cx="1760258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 rot="5400000">
            <a:off x="6066361" y="5470345"/>
            <a:ext cx="515843" cy="55499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 txBox="1"/>
          <p:nvPr/>
        </p:nvSpPr>
        <p:spPr>
          <a:xfrm rot="5400000">
            <a:off x="8615853" y="3161739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 rot="5400000">
            <a:off x="8899665" y="4860697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1257" y="419530"/>
            <a:ext cx="12097752" cy="1567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 txBox="1"/>
          <p:nvPr/>
        </p:nvSpPr>
        <p:spPr>
          <a:xfrm rot="5400000">
            <a:off x="8102008" y="3894345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1490103" y="5627157"/>
            <a:ext cx="533180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5801610" y="5627157"/>
            <a:ext cx="5284938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Write a key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keyword.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180000">
            <a:off x="5035780" y="2923551"/>
            <a:ext cx="623679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90101" y="772917"/>
            <a:ext cx="3403519" cy="453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1619" y="772917"/>
            <a:ext cx="3403519" cy="453808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 txBox="1"/>
          <p:nvPr/>
        </p:nvSpPr>
        <p:spPr>
          <a:xfrm rot="5400000">
            <a:off x="-76316" y="2563828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 rot="5400000">
            <a:off x="207496" y="4262786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9E0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9183" y="2892468"/>
            <a:ext cx="9030098" cy="451513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/>
        </p:nvSpPr>
        <p:spPr>
          <a:xfrm>
            <a:off x="7954809" y="1174820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 txBox="1"/>
          <p:nvPr/>
        </p:nvSpPr>
        <p:spPr>
          <a:xfrm>
            <a:off x="2119395" y="1343129"/>
            <a:ext cx="9127077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 sentence or an additional explanation or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keyword. Please enter information about the photo in the frame. Use the right page layout</a:t>
            </a:r>
            <a:endParaRPr spc="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2135684" y="2764898"/>
            <a:ext cx="9005189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35814" y="4809275"/>
            <a:ext cx="416673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 txBox="1"/>
          <p:nvPr/>
        </p:nvSpPr>
        <p:spPr>
          <a:xfrm rot="5400000">
            <a:off x="-655641" y="3245296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 rot="5400000">
            <a:off x="-371829" y="4944254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7792" y="2684013"/>
            <a:ext cx="6684404" cy="21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6047" y="1310464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 txBox="1"/>
          <p:nvPr/>
        </p:nvSpPr>
        <p:spPr>
          <a:xfrm>
            <a:off x="5384640" y="1443214"/>
            <a:ext cx="4634742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47581" y="3530784"/>
            <a:ext cx="10043218" cy="100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3350" y="4574740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 txBox="1"/>
          <p:nvPr/>
        </p:nvSpPr>
        <p:spPr>
          <a:xfrm>
            <a:off x="2046790" y="4712957"/>
            <a:ext cx="4622763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NAME IS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085" y="2079184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 txBox="1"/>
          <p:nvPr/>
        </p:nvSpPr>
        <p:spPr>
          <a:xfrm>
            <a:off x="241970" y="2217403"/>
            <a:ext cx="4789874" cy="56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Feb.15.20XX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5723" y="4936818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 txBox="1"/>
          <p:nvPr/>
        </p:nvSpPr>
        <p:spPr>
          <a:xfrm>
            <a:off x="6069336" y="5085898"/>
            <a:ext cx="4802415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BHCODE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2806" y="5541210"/>
            <a:ext cx="3401774" cy="696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496643" y="5655064"/>
            <a:ext cx="4462960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spc="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800" spc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사용자 지정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BAUQ_Guest</cp:lastModifiedBy>
  <cp:revision>1</cp:revision>
  <dcterms:created xsi:type="dcterms:W3CDTF">2023-03-09T16:06:55Z</dcterms:created>
  <dcterms:modified xsi:type="dcterms:W3CDTF">2023-07-23T03:29:46Z</dcterms:modified>
</cp:coreProperties>
</file>