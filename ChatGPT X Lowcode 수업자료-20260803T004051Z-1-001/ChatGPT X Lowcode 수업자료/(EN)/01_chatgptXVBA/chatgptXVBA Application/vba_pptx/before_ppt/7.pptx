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13C2-3B7B-4499-9285-09782E8DD06E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9EED-250C-407E-9E12-360E869A7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226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13C2-3B7B-4499-9285-09782E8DD06E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9EED-250C-407E-9E12-360E869A7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458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13C2-3B7B-4499-9285-09782E8DD06E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9EED-250C-407E-9E12-360E869A7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070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13C2-3B7B-4499-9285-09782E8DD06E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9EED-250C-407E-9E12-360E869A7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38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13C2-3B7B-4499-9285-09782E8DD06E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9EED-250C-407E-9E12-360E869A7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614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13C2-3B7B-4499-9285-09782E8DD06E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9EED-250C-407E-9E12-360E869A7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816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13C2-3B7B-4499-9285-09782E8DD06E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9EED-250C-407E-9E12-360E869A7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785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13C2-3B7B-4499-9285-09782E8DD06E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9EED-250C-407E-9E12-360E869A7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65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13C2-3B7B-4499-9285-09782E8DD06E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9EED-250C-407E-9E12-360E869A7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1298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13C2-3B7B-4499-9285-09782E8DD06E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9EED-250C-407E-9E12-360E869A7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761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13C2-3B7B-4499-9285-09782E8DD06E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9EED-250C-407E-9E12-360E869A7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107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13C2-3B7B-4499-9285-09782E8DD06E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C9EED-250C-407E-9E12-360E869A7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221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413C2-3B7B-4499-9285-09782E8DD06E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C9EED-250C-407E-9E12-360E869A7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613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주제 </a:t>
            </a:r>
            <a:r>
              <a:rPr lang="en-US" altLang="ko-KR" smtClean="0"/>
              <a:t>7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mtClean="0"/>
              <a:t>내용 </a:t>
            </a:r>
            <a:r>
              <a:rPr lang="en-US" altLang="ko-KR" smtClean="0"/>
              <a:t>7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858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주제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주제 7</dc:title>
  <dc:creator>MK-Desktop</dc:creator>
  <cp:lastModifiedBy>MK-Desktop</cp:lastModifiedBy>
  <cp:revision>1</cp:revision>
  <dcterms:created xsi:type="dcterms:W3CDTF">2023-07-08T05:53:48Z</dcterms:created>
  <dcterms:modified xsi:type="dcterms:W3CDTF">2023-07-08T05:53:48Z</dcterms:modified>
</cp:coreProperties>
</file>