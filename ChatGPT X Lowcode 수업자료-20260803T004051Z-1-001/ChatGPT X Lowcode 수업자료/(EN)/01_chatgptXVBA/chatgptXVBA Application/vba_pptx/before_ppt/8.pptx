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0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13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25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911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3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28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0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29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9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14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5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35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669A1-A413-4FF5-948F-DD33A09F333A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7C073-52FB-485C-AFF9-B448A6F5BB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9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8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7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8</dc:title>
  <dc:creator>MK-Desktop</dc:creator>
  <cp:lastModifiedBy>MK-Desktop</cp:lastModifiedBy>
  <cp:revision>1</cp:revision>
  <dcterms:created xsi:type="dcterms:W3CDTF">2023-07-08T05:53:48Z</dcterms:created>
  <dcterms:modified xsi:type="dcterms:W3CDTF">2023-07-08T05:53:48Z</dcterms:modified>
</cp:coreProperties>
</file>