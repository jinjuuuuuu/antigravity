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90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0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020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80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18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756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97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21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8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4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420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00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95D06-0B30-4B40-9120-30E5BB1D5886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C471C-F75D-432E-9D10-8DE1529DC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91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9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82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9</dc:title>
  <dc:creator>MK-Desktop</dc:creator>
  <cp:lastModifiedBy>MK-Desktop</cp:lastModifiedBy>
  <cp:revision>1</cp:revision>
  <dcterms:created xsi:type="dcterms:W3CDTF">2023-07-08T05:53:48Z</dcterms:created>
  <dcterms:modified xsi:type="dcterms:W3CDTF">2023-07-08T05:53:48Z</dcterms:modified>
</cp:coreProperties>
</file>