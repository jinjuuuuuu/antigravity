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Do Hyeon" panose="020B0600000101010101" charset="-127"/>
      <p:regular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3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SLIDES_API11963311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SLIDES_API11963311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S_API6608396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SLIDES_API6608396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04"/>
            <a:ext cx="9143998" cy="516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2524" y="713280"/>
            <a:ext cx="4231049" cy="3530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04"/>
            <a:ext cx="9143998" cy="516296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4352228" y="4853565"/>
            <a:ext cx="43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-25" y="2552375"/>
            <a:ext cx="9144000" cy="25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 dirty="0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{</a:t>
            </a:r>
            <a:r>
              <a:rPr lang="en-US" altLang="ko" sz="3600" dirty="0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Education title</a:t>
            </a:r>
            <a:r>
              <a:rPr lang="ko" sz="3600" dirty="0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}</a:t>
            </a:r>
            <a:endParaRPr sz="3600" dirty="0">
              <a:solidFill>
                <a:srgbClr val="3F3F3F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3992357" y="1098500"/>
            <a:ext cx="1159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6600">
                <a:solidFill>
                  <a:srgbClr val="3F3F3F"/>
                </a:solidFill>
              </a:rPr>
              <a:t>01</a:t>
            </a:r>
            <a:endParaRPr sz="66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15"/>
          <p:cNvCxnSpPr/>
          <p:nvPr/>
        </p:nvCxnSpPr>
        <p:spPr>
          <a:xfrm>
            <a:off x="3491880" y="2321785"/>
            <a:ext cx="2262600" cy="0"/>
          </a:xfrm>
          <a:prstGeom prst="straightConnector1">
            <a:avLst/>
          </a:prstGeom>
          <a:noFill/>
          <a:ln w="9525" cap="flat" cmpd="sng">
            <a:solidFill>
              <a:srgbClr val="03336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482600" y="636400"/>
            <a:ext cx="2693100" cy="411300"/>
          </a:xfrm>
          <a:prstGeom prst="rect">
            <a:avLst/>
          </a:prstGeom>
          <a:solidFill>
            <a:srgbClr val="489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100" dirty="0">
                <a:solidFill>
                  <a:schemeClr val="lt1"/>
                </a:solidFill>
                <a:latin typeface="Do Hyeon"/>
                <a:ea typeface="Do Hyeon"/>
                <a:cs typeface="Do Hyeon"/>
                <a:sym typeface="Do Hyeon"/>
              </a:rPr>
              <a:t>Learning objectives</a:t>
            </a:r>
            <a:endParaRPr sz="1500" dirty="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848075" y="1082693"/>
            <a:ext cx="7610100" cy="3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Do Hyeon"/>
              <a:buChar char="●"/>
            </a:pPr>
            <a:r>
              <a:rPr lang="ko" sz="2000" dirty="0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{</a:t>
            </a:r>
            <a:r>
              <a:rPr lang="en-US" altLang="ko" sz="2000" dirty="0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Educational Goals</a:t>
            </a:r>
            <a:r>
              <a:rPr lang="ko" sz="2000" dirty="0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}</a:t>
            </a:r>
            <a:endParaRPr sz="2000" dirty="0">
              <a:solidFill>
                <a:srgbClr val="3F3F3F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화면 슬라이드 쇼(16:9)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Do Hyeon</vt:lpstr>
      <vt:lpstr>Arial</vt:lpstr>
      <vt:lpstr>Simple Light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우현 김</cp:lastModifiedBy>
  <cp:revision>1</cp:revision>
  <dcterms:modified xsi:type="dcterms:W3CDTF">2025-02-07T01:52:28Z</dcterms:modified>
</cp:coreProperties>
</file>