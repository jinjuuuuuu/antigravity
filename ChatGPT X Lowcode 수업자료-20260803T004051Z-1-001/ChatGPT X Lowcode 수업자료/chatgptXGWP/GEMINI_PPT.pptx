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7170d64ad_0_257:notes"/>
          <p:cNvSpPr txBox="1"/>
          <p:nvPr>
            <p:ph idx="1" type="body"/>
          </p:nvPr>
        </p:nvSpPr>
        <p:spPr>
          <a:xfrm>
            <a:off x="685224" y="4401008"/>
            <a:ext cx="54876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50" lIns="81325" spcFirstLastPara="1" rIns="81325" wrap="square" tIns="40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27" name="Google Shape;127;g3e7170d64ad_0_257:notes"/>
          <p:cNvSpPr/>
          <p:nvPr>
            <p:ph idx="2" type="sldImg"/>
          </p:nvPr>
        </p:nvSpPr>
        <p:spPr>
          <a:xfrm>
            <a:off x="519422" y="1142661"/>
            <a:ext cx="5819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7170d64ad_0_268:notes"/>
          <p:cNvSpPr txBox="1"/>
          <p:nvPr>
            <p:ph idx="1" type="body"/>
          </p:nvPr>
        </p:nvSpPr>
        <p:spPr>
          <a:xfrm>
            <a:off x="685224" y="4401008"/>
            <a:ext cx="54876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50" lIns="81325" spcFirstLastPara="1" rIns="81325" wrap="square" tIns="40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39" name="Google Shape;139;g3e7170d64ad_0_268:notes"/>
          <p:cNvSpPr/>
          <p:nvPr>
            <p:ph idx="2" type="sldImg"/>
          </p:nvPr>
        </p:nvSpPr>
        <p:spPr>
          <a:xfrm>
            <a:off x="519422" y="1142661"/>
            <a:ext cx="5819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7170d64ad_0_281:notes"/>
          <p:cNvSpPr txBox="1"/>
          <p:nvPr>
            <p:ph idx="1" type="body"/>
          </p:nvPr>
        </p:nvSpPr>
        <p:spPr>
          <a:xfrm>
            <a:off x="685224" y="4401008"/>
            <a:ext cx="54876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50" lIns="81325" spcFirstLastPara="1" rIns="81325" wrap="square" tIns="40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53" name="Google Shape;153;g3e7170d64ad_0_281:notes"/>
          <p:cNvSpPr/>
          <p:nvPr>
            <p:ph idx="2" type="sldImg"/>
          </p:nvPr>
        </p:nvSpPr>
        <p:spPr>
          <a:xfrm>
            <a:off x="519422" y="1142661"/>
            <a:ext cx="5819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7170d64ad_0_301:notes"/>
          <p:cNvSpPr txBox="1"/>
          <p:nvPr>
            <p:ph idx="1" type="body"/>
          </p:nvPr>
        </p:nvSpPr>
        <p:spPr>
          <a:xfrm>
            <a:off x="685224" y="4401008"/>
            <a:ext cx="54876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50" lIns="81325" spcFirstLastPara="1" rIns="81325" wrap="square" tIns="40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74" name="Google Shape;174;g3e7170d64ad_0_301:notes"/>
          <p:cNvSpPr/>
          <p:nvPr>
            <p:ph idx="2" type="sldImg"/>
          </p:nvPr>
        </p:nvSpPr>
        <p:spPr>
          <a:xfrm>
            <a:off x="519422" y="1142661"/>
            <a:ext cx="5819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7170d64ad_0_308:notes"/>
          <p:cNvSpPr txBox="1"/>
          <p:nvPr>
            <p:ph idx="1" type="body"/>
          </p:nvPr>
        </p:nvSpPr>
        <p:spPr>
          <a:xfrm>
            <a:off x="685224" y="4401008"/>
            <a:ext cx="54876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50" lIns="81325" spcFirstLastPara="1" rIns="81325" wrap="square" tIns="40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82" name="Google Shape;182;g3e7170d64ad_0_308:notes"/>
          <p:cNvSpPr/>
          <p:nvPr>
            <p:ph idx="2" type="sldImg"/>
          </p:nvPr>
        </p:nvSpPr>
        <p:spPr>
          <a:xfrm>
            <a:off x="519422" y="1142661"/>
            <a:ext cx="5819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7170d64ad_0_321:notes"/>
          <p:cNvSpPr txBox="1"/>
          <p:nvPr>
            <p:ph idx="1" type="body"/>
          </p:nvPr>
        </p:nvSpPr>
        <p:spPr>
          <a:xfrm>
            <a:off x="685224" y="4401008"/>
            <a:ext cx="54876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50" lIns="81325" spcFirstLastPara="1" rIns="81325" wrap="square" tIns="40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96" name="Google Shape;196;g3e7170d64ad_0_321:notes"/>
          <p:cNvSpPr/>
          <p:nvPr>
            <p:ph idx="2" type="sldImg"/>
          </p:nvPr>
        </p:nvSpPr>
        <p:spPr>
          <a:xfrm>
            <a:off x="519422" y="1142661"/>
            <a:ext cx="5819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7170d64ad_0_332:notes"/>
          <p:cNvSpPr txBox="1"/>
          <p:nvPr>
            <p:ph idx="1" type="body"/>
          </p:nvPr>
        </p:nvSpPr>
        <p:spPr>
          <a:xfrm>
            <a:off x="685224" y="4401008"/>
            <a:ext cx="54876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50" lIns="81325" spcFirstLastPara="1" rIns="81325" wrap="square" tIns="40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08" name="Google Shape;208;g3e7170d64ad_0_332:notes"/>
          <p:cNvSpPr/>
          <p:nvPr>
            <p:ph idx="2" type="sldImg"/>
          </p:nvPr>
        </p:nvSpPr>
        <p:spPr>
          <a:xfrm>
            <a:off x="519422" y="1142661"/>
            <a:ext cx="5819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7170d64ad_0_347:notes"/>
          <p:cNvSpPr txBox="1"/>
          <p:nvPr>
            <p:ph idx="1" type="body"/>
          </p:nvPr>
        </p:nvSpPr>
        <p:spPr>
          <a:xfrm>
            <a:off x="685224" y="4401008"/>
            <a:ext cx="54876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50" lIns="81325" spcFirstLastPara="1" rIns="81325" wrap="square" tIns="40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24" name="Google Shape;224;g3e7170d64ad_0_347:notes"/>
          <p:cNvSpPr/>
          <p:nvPr>
            <p:ph idx="2" type="sldImg"/>
          </p:nvPr>
        </p:nvSpPr>
        <p:spPr>
          <a:xfrm>
            <a:off x="519422" y="1142661"/>
            <a:ext cx="5819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7170d64ad_0_359:notes"/>
          <p:cNvSpPr txBox="1"/>
          <p:nvPr>
            <p:ph idx="1" type="body"/>
          </p:nvPr>
        </p:nvSpPr>
        <p:spPr>
          <a:xfrm>
            <a:off x="685224" y="4401008"/>
            <a:ext cx="54876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50" lIns="81325" spcFirstLastPara="1" rIns="81325" wrap="square" tIns="40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37" name="Google Shape;237;g3e7170d64ad_0_359:notes"/>
          <p:cNvSpPr/>
          <p:nvPr>
            <p:ph idx="2" type="sldImg"/>
          </p:nvPr>
        </p:nvSpPr>
        <p:spPr>
          <a:xfrm>
            <a:off x="519422" y="1142661"/>
            <a:ext cx="5819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7170d64ad_0_397:notes"/>
          <p:cNvSpPr txBox="1"/>
          <p:nvPr>
            <p:ph idx="1" type="body"/>
          </p:nvPr>
        </p:nvSpPr>
        <p:spPr>
          <a:xfrm>
            <a:off x="685224" y="4401008"/>
            <a:ext cx="54876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50" lIns="81325" spcFirstLastPara="1" rIns="81325" wrap="square" tIns="40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76" name="Google Shape;276;g3e7170d64ad_0_397:notes"/>
          <p:cNvSpPr/>
          <p:nvPr>
            <p:ph idx="2" type="sldImg"/>
          </p:nvPr>
        </p:nvSpPr>
        <p:spPr>
          <a:xfrm>
            <a:off x="519422" y="1142661"/>
            <a:ext cx="5819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7170d64ad_0_409:notes"/>
          <p:cNvSpPr txBox="1"/>
          <p:nvPr>
            <p:ph idx="1" type="body"/>
          </p:nvPr>
        </p:nvSpPr>
        <p:spPr>
          <a:xfrm>
            <a:off x="685224" y="4401008"/>
            <a:ext cx="54876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50" lIns="81325" spcFirstLastPara="1" rIns="81325" wrap="square" tIns="40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89" name="Google Shape;289;g3e7170d64ad_0_409:notes"/>
          <p:cNvSpPr/>
          <p:nvPr>
            <p:ph idx="2" type="sldImg"/>
          </p:nvPr>
        </p:nvSpPr>
        <p:spPr>
          <a:xfrm>
            <a:off x="519422" y="1142661"/>
            <a:ext cx="5819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7170d64ad_0_420:notes"/>
          <p:cNvSpPr txBox="1"/>
          <p:nvPr>
            <p:ph idx="1" type="body"/>
          </p:nvPr>
        </p:nvSpPr>
        <p:spPr>
          <a:xfrm>
            <a:off x="685224" y="4401008"/>
            <a:ext cx="54876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50" lIns="81325" spcFirstLastPara="1" rIns="81325" wrap="square" tIns="40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01" name="Google Shape;301;g3e7170d64ad_0_420:notes"/>
          <p:cNvSpPr/>
          <p:nvPr>
            <p:ph idx="2" type="sldImg"/>
          </p:nvPr>
        </p:nvSpPr>
        <p:spPr>
          <a:xfrm>
            <a:off x="519422" y="1142661"/>
            <a:ext cx="5819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586258" y="1448904"/>
            <a:ext cx="66444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72516" y="2643008"/>
            <a:ext cx="5471700" cy="11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390839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2670732" y="4322958"/>
            <a:ext cx="2475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5602023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390839" y="186782"/>
            <a:ext cx="7035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90839" y="1088297"/>
            <a:ext cx="70350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390839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2670732" y="4322958"/>
            <a:ext cx="2475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5602023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17471" y="2997136"/>
            <a:ext cx="66444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1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17471" y="1976858"/>
            <a:ext cx="6644400" cy="10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6400" lIns="72825" spcFirstLastPara="1" rIns="72825" wrap="square" tIns="364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390839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2670732" y="4322958"/>
            <a:ext cx="2475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5602023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90839" y="186782"/>
            <a:ext cx="7035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90839" y="1088297"/>
            <a:ext cx="34524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normAutofit/>
          </a:bodyPr>
          <a:lstStyle>
            <a:lvl1pPr indent="-3683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�"/>
              <a:defRPr sz="2200"/>
            </a:lvl1pPr>
            <a:lvl2pPr indent="-3492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�"/>
              <a:defRPr sz="1900"/>
            </a:lvl2pPr>
            <a:lvl3pPr indent="-3302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 sz="14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3973528" y="1088297"/>
            <a:ext cx="34524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normAutofit/>
          </a:bodyPr>
          <a:lstStyle>
            <a:lvl1pPr indent="-3683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�"/>
              <a:defRPr sz="2200"/>
            </a:lvl1pPr>
            <a:lvl2pPr indent="-3492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�"/>
              <a:defRPr sz="1900"/>
            </a:lvl2pPr>
            <a:lvl3pPr indent="-3302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 sz="14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390839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2670732" y="4322958"/>
            <a:ext cx="2475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5602023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90839" y="186782"/>
            <a:ext cx="7035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90839" y="1044032"/>
            <a:ext cx="34536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36400" lIns="72825" spcFirstLastPara="1" rIns="72825" wrap="square" tIns="364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390839" y="1479134"/>
            <a:ext cx="3453600" cy="26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�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 sz="1400"/>
            </a:lvl3pPr>
            <a:lvl4pPr indent="-3111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�"/>
              <a:defRPr sz="1300"/>
            </a:lvl4pPr>
            <a:lvl5pPr indent="-3111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�"/>
              <a:defRPr sz="1300"/>
            </a:lvl5pPr>
            <a:lvl6pPr indent="-3111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�"/>
              <a:defRPr sz="1300"/>
            </a:lvl6pPr>
            <a:lvl7pPr indent="-3111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�"/>
              <a:defRPr sz="1300"/>
            </a:lvl7pPr>
            <a:lvl8pPr indent="-3111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�"/>
              <a:defRPr sz="1300"/>
            </a:lvl8pPr>
            <a:lvl9pPr indent="-3111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�"/>
              <a:defRPr sz="13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3970814" y="1044032"/>
            <a:ext cx="34551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36400" lIns="72825" spcFirstLastPara="1" rIns="72825" wrap="square" tIns="364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3970814" y="1479134"/>
            <a:ext cx="3455100" cy="26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�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 sz="1400"/>
            </a:lvl3pPr>
            <a:lvl4pPr indent="-3111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�"/>
              <a:defRPr sz="1300"/>
            </a:lvl4pPr>
            <a:lvl5pPr indent="-3111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�"/>
              <a:defRPr sz="1300"/>
            </a:lvl5pPr>
            <a:lvl6pPr indent="-3111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�"/>
              <a:defRPr sz="1300"/>
            </a:lvl6pPr>
            <a:lvl7pPr indent="-3111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�"/>
              <a:defRPr sz="1300"/>
            </a:lvl7pPr>
            <a:lvl8pPr indent="-3111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�"/>
              <a:defRPr sz="1300"/>
            </a:lvl8pPr>
            <a:lvl9pPr indent="-3111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�"/>
              <a:defRPr sz="13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390839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2670732" y="4322958"/>
            <a:ext cx="2475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5602023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90839" y="186782"/>
            <a:ext cx="7035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390839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2670732" y="4322958"/>
            <a:ext cx="2475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5602023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90839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670732" y="4322958"/>
            <a:ext cx="2475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5602023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90839" y="185702"/>
            <a:ext cx="25716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6400" lIns="72825" spcFirstLastPara="1" rIns="72825" wrap="square" tIns="36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056142" y="185702"/>
            <a:ext cx="4369800" cy="3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normAutofit/>
          </a:bodyPr>
          <a:lstStyle>
            <a:lvl1pPr indent="-38735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�"/>
              <a:defRPr sz="2500"/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�"/>
              <a:defRPr sz="2200"/>
            </a:lvl2pPr>
            <a:lvl3pPr indent="-3492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�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90839" y="976013"/>
            <a:ext cx="2571600" cy="3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90839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670732" y="4322958"/>
            <a:ext cx="2475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5602023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532143" y="3264892"/>
            <a:ext cx="46902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b" bIns="36400" lIns="72825" spcFirstLastPara="1" rIns="72825" wrap="square" tIns="36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532143" y="416749"/>
            <a:ext cx="4690200" cy="2798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532143" y="3650331"/>
            <a:ext cx="46902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90839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670732" y="4322958"/>
            <a:ext cx="2475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5602023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90839" y="186782"/>
            <a:ext cx="7035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369288" y="-890052"/>
            <a:ext cx="3078300" cy="70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90839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670732" y="4322958"/>
            <a:ext cx="2475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5602023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4556738" y="1297082"/>
            <a:ext cx="3979500" cy="17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974184" y="-396419"/>
            <a:ext cx="3979500" cy="51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90839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670732" y="4322958"/>
            <a:ext cx="2475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5602023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90839" y="186782"/>
            <a:ext cx="7035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b="0" i="0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90839" y="1088297"/>
            <a:ext cx="70350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normAutofit/>
          </a:bodyPr>
          <a:lstStyle>
            <a:lvl1pPr indent="-387350" lvl="0" marL="457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�"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�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92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�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�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�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�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�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�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�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90839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670732" y="4322958"/>
            <a:ext cx="2475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5602023" y="4322958"/>
            <a:ext cx="1824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00" lIns="72825" spcFirstLastPara="1" rIns="72825" wrap="square" tIns="364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Relationship Id="rId5" Type="http://schemas.openxmlformats.org/officeDocument/2006/relationships/image" Target="../media/image5.png"/><Relationship Id="rId6" Type="http://schemas.openxmlformats.org/officeDocument/2006/relationships/image" Target="../media/image27.png"/><Relationship Id="rId7" Type="http://schemas.openxmlformats.org/officeDocument/2006/relationships/image" Target="../media/image29.png"/><Relationship Id="rId8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Relationship Id="rId5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35.png"/><Relationship Id="rId13" Type="http://schemas.openxmlformats.org/officeDocument/2006/relationships/image" Target="../media/image40.png"/><Relationship Id="rId12" Type="http://schemas.openxmlformats.org/officeDocument/2006/relationships/image" Target="../media/image45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4.png"/><Relationship Id="rId15" Type="http://schemas.openxmlformats.org/officeDocument/2006/relationships/image" Target="../media/image39.png"/><Relationship Id="rId14" Type="http://schemas.openxmlformats.org/officeDocument/2006/relationships/image" Target="../media/image44.png"/><Relationship Id="rId5" Type="http://schemas.openxmlformats.org/officeDocument/2006/relationships/image" Target="../media/image28.png"/><Relationship Id="rId6" Type="http://schemas.openxmlformats.org/officeDocument/2006/relationships/image" Target="../media/image33.png"/><Relationship Id="rId7" Type="http://schemas.openxmlformats.org/officeDocument/2006/relationships/image" Target="../media/image11.png"/><Relationship Id="rId8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1.png"/><Relationship Id="rId4" Type="http://schemas.openxmlformats.org/officeDocument/2006/relationships/image" Target="../media/image11.png"/><Relationship Id="rId5" Type="http://schemas.openxmlformats.org/officeDocument/2006/relationships/image" Target="../media/image51.png"/><Relationship Id="rId6" Type="http://schemas.openxmlformats.org/officeDocument/2006/relationships/image" Target="../media/image4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8.png"/><Relationship Id="rId4" Type="http://schemas.openxmlformats.org/officeDocument/2006/relationships/image" Target="../media/image11.png"/><Relationship Id="rId5" Type="http://schemas.openxmlformats.org/officeDocument/2006/relationships/image" Target="../media/image42.png"/><Relationship Id="rId6" Type="http://schemas.openxmlformats.org/officeDocument/2006/relationships/image" Target="../media/image4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9.png"/><Relationship Id="rId4" Type="http://schemas.openxmlformats.org/officeDocument/2006/relationships/image" Target="../media/image1.png"/><Relationship Id="rId5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473" y="700502"/>
            <a:ext cx="6850820" cy="378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752829" y="3266769"/>
            <a:ext cx="10182300" cy="1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0" i="0" lang="ko" sz="6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신제품제안서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3449304" y="1546550"/>
            <a:ext cx="31716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the contents here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2133153" y="1777196"/>
            <a:ext cx="44874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ko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담당자 : </a:t>
            </a:r>
            <a:r>
              <a:rPr b="0" i="0" lang="ko" sz="2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{담당자} </a:t>
            </a:r>
            <a:r>
              <a:rPr b="0" i="0" lang="ko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3533545" y="2377224"/>
            <a:ext cx="30873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a brief summary of or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the presentation.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the subtitle here.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556" y="3168574"/>
            <a:ext cx="275771" cy="196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9524" y="1443829"/>
            <a:ext cx="2325542" cy="52280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/>
        </p:nvSpPr>
        <p:spPr>
          <a:xfrm>
            <a:off x="-383648" y="1538977"/>
            <a:ext cx="41163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{회사명}</a:t>
            </a:r>
            <a:r>
              <a:rPr b="0" i="0" lang="k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를 위한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76190" y="135450"/>
            <a:ext cx="746326" cy="4639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28571" y="4070053"/>
            <a:ext cx="7826954" cy="70465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 txBox="1"/>
          <p:nvPr/>
        </p:nvSpPr>
        <p:spPr>
          <a:xfrm>
            <a:off x="-150556" y="894369"/>
            <a:ext cx="8705100" cy="8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0" i="0" lang="ko" sz="4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신제품제안서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1231197" y="2154233"/>
            <a:ext cx="52095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ko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1063639" y="2716392"/>
            <a:ext cx="513600" cy="11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1491763" y="2762382"/>
            <a:ext cx="18768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제품소개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924171" y="1641807"/>
            <a:ext cx="75540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ko" sz="13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{담당자} </a:t>
            </a: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님 </a:t>
            </a:r>
            <a:r>
              <a:rPr b="0" i="0" lang="ko" sz="13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{회사명}</a:t>
            </a: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를 위한 신제품 제안서를 작성하였습니다.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이번 신제품은 </a:t>
            </a:r>
            <a:r>
              <a:rPr b="0" i="0" lang="ko" sz="13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{산업군}</a:t>
            </a: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환경에서 꼭 필요한 제품입니다. 긍정적인 검토부탁드립니다. 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1491763" y="2979589"/>
            <a:ext cx="18768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개발배경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1491763" y="3196797"/>
            <a:ext cx="18768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시황분석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1491763" y="3414004"/>
            <a:ext cx="18768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제안내용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27"/>
          <p:cNvGrpSpPr/>
          <p:nvPr/>
        </p:nvGrpSpPr>
        <p:grpSpPr>
          <a:xfrm>
            <a:off x="-109530" y="343089"/>
            <a:ext cx="4809406" cy="4456674"/>
            <a:chOff x="-128120" y="504468"/>
            <a:chExt cx="5625695" cy="6552969"/>
          </a:xfrm>
        </p:grpSpPr>
        <p:pic>
          <p:nvPicPr>
            <p:cNvPr id="156" name="Google Shape;156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28120" y="504468"/>
              <a:ext cx="5492450" cy="6552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2241736" y="3636567"/>
              <a:ext cx="6222906" cy="28877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8" name="Google Shape;15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190" y="1306928"/>
            <a:ext cx="2454921" cy="52280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7"/>
          <p:cNvSpPr txBox="1"/>
          <p:nvPr/>
        </p:nvSpPr>
        <p:spPr>
          <a:xfrm>
            <a:off x="120834" y="1372116"/>
            <a:ext cx="41892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ko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 MANE 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5309524" y="922904"/>
            <a:ext cx="47430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ko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5309524" y="1761172"/>
            <a:ext cx="48570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self-introduction here. Double-click the text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modify the information. Use the right page layout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suit your purposes.  Write a self-introduction here. Double-click the text to modify the information.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76278" y="2810012"/>
            <a:ext cx="1947532" cy="123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76278" y="2995168"/>
            <a:ext cx="1801620" cy="123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76278" y="3180325"/>
            <a:ext cx="1916625" cy="123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76278" y="3365481"/>
            <a:ext cx="1665052" cy="12323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 txBox="1"/>
          <p:nvPr/>
        </p:nvSpPr>
        <p:spPr>
          <a:xfrm>
            <a:off x="5309524" y="2797957"/>
            <a:ext cx="14748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Illustrator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Indesign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AfterEffects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5309524" y="2535335"/>
            <a:ext cx="21570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SKILLS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5309524" y="1512909"/>
            <a:ext cx="12951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7962531" y="2797957"/>
            <a:ext cx="5091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82%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5309524" y="3679449"/>
            <a:ext cx="29499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5309524" y="3930754"/>
            <a:ext cx="47430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-Please enter your work history here.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-Please enter your award-winning details here.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4949716" y="2367260"/>
            <a:ext cx="615164" cy="29471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8"/>
          <p:cNvSpPr txBox="1"/>
          <p:nvPr/>
        </p:nvSpPr>
        <p:spPr>
          <a:xfrm>
            <a:off x="5569299" y="1923220"/>
            <a:ext cx="31503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0" i="0" lang="ko" sz="7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492988" y="2757854"/>
            <a:ext cx="45381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Enter the chapter title here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41333" y="2263514"/>
            <a:ext cx="5441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ko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/>
        </p:nvSpPr>
        <p:spPr>
          <a:xfrm>
            <a:off x="5056600" y="902603"/>
            <a:ext cx="25383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ko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744299" y="872598"/>
            <a:ext cx="424165" cy="19639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 txBox="1"/>
          <p:nvPr/>
        </p:nvSpPr>
        <p:spPr>
          <a:xfrm>
            <a:off x="635310" y="1587263"/>
            <a:ext cx="65751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 enter general information describing the page.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right page layout to suit your purposes.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9"/>
          <p:cNvSpPr txBox="1"/>
          <p:nvPr/>
        </p:nvSpPr>
        <p:spPr>
          <a:xfrm>
            <a:off x="635310" y="1071567"/>
            <a:ext cx="59040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ko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9"/>
          <p:cNvSpPr txBox="1"/>
          <p:nvPr/>
        </p:nvSpPr>
        <p:spPr>
          <a:xfrm rot="5400000">
            <a:off x="7593959" y="2378946"/>
            <a:ext cx="16293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9"/>
          <p:cNvSpPr txBox="1"/>
          <p:nvPr/>
        </p:nvSpPr>
        <p:spPr>
          <a:xfrm rot="5400000">
            <a:off x="7787168" y="3341768"/>
            <a:ext cx="12432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NAME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" name="Google Shape;190;p29"/>
          <p:cNvGrpSpPr/>
          <p:nvPr/>
        </p:nvGrpSpPr>
        <p:grpSpPr>
          <a:xfrm>
            <a:off x="-900268" y="395938"/>
            <a:ext cx="10212695" cy="4425829"/>
            <a:chOff x="-1053068" y="582177"/>
            <a:chExt cx="11946070" cy="6507615"/>
          </a:xfrm>
        </p:grpSpPr>
        <p:pic>
          <p:nvPicPr>
            <p:cNvPr id="191" name="Google Shape;191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256916" y="3265797"/>
              <a:ext cx="9030098" cy="3823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-1053068" y="3120876"/>
              <a:ext cx="9826250" cy="28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7680000">
              <a:off x="8102331" y="1832292"/>
              <a:ext cx="3313681" cy="28877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/>
        </p:nvSpPr>
        <p:spPr>
          <a:xfrm>
            <a:off x="2822008" y="902603"/>
            <a:ext cx="25383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ko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0"/>
          <p:cNvSpPr txBox="1"/>
          <p:nvPr/>
        </p:nvSpPr>
        <p:spPr>
          <a:xfrm>
            <a:off x="635310" y="1904422"/>
            <a:ext cx="53766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ko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TITLE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0" name="Google Shape;200;p30"/>
          <p:cNvGrpSpPr/>
          <p:nvPr/>
        </p:nvGrpSpPr>
        <p:grpSpPr>
          <a:xfrm>
            <a:off x="5847940" y="881775"/>
            <a:ext cx="2713915" cy="3465420"/>
            <a:chOff x="6840497" y="1296538"/>
            <a:chExt cx="3174541" cy="5095457"/>
          </a:xfrm>
        </p:grpSpPr>
        <p:pic>
          <p:nvPicPr>
            <p:cNvPr id="201" name="Google Shape;201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57795" y="1296538"/>
              <a:ext cx="3057243" cy="50954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4446781" y="3698593"/>
              <a:ext cx="5076201" cy="28877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3" name="Google Shape;20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744299" y="872598"/>
            <a:ext cx="424165" cy="19639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0"/>
          <p:cNvSpPr txBox="1"/>
          <p:nvPr/>
        </p:nvSpPr>
        <p:spPr>
          <a:xfrm>
            <a:off x="635310" y="2654562"/>
            <a:ext cx="34092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3087528" y="2654562"/>
            <a:ext cx="34092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99472" y="2784440"/>
            <a:ext cx="8227691" cy="19136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31"/>
          <p:cNvGrpSpPr/>
          <p:nvPr/>
        </p:nvGrpSpPr>
        <p:grpSpPr>
          <a:xfrm>
            <a:off x="-1387318" y="-229257"/>
            <a:ext cx="9997315" cy="5013140"/>
            <a:chOff x="-1622784" y="-337093"/>
            <a:chExt cx="11694133" cy="7371181"/>
          </a:xfrm>
        </p:grpSpPr>
        <p:pic>
          <p:nvPicPr>
            <p:cNvPr id="212" name="Google Shape;212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1477" y="1726541"/>
              <a:ext cx="8581835" cy="41592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5400000">
              <a:off x="-2079976" y="2629974"/>
              <a:ext cx="6222906" cy="28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3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-1622784" y="1565339"/>
              <a:ext cx="11694133" cy="28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3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523622" y="5741427"/>
              <a:ext cx="9089690" cy="28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3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5400000">
              <a:off x="6910389" y="4225772"/>
              <a:ext cx="5327860" cy="2887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7" name="Google Shape;217;p31"/>
          <p:cNvSpPr txBox="1"/>
          <p:nvPr/>
        </p:nvSpPr>
        <p:spPr>
          <a:xfrm>
            <a:off x="5352920" y="1308450"/>
            <a:ext cx="24267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ko" sz="4500" u="none" cap="none" strike="noStrike">
                <a:solidFill>
                  <a:srgbClr val="F0E9E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1182657" y="1428210"/>
            <a:ext cx="52545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ko" sz="3000" u="none" cap="none" strike="noStrike">
                <a:solidFill>
                  <a:srgbClr val="F0E9E0"/>
                </a:solidFill>
                <a:latin typeface="Arial"/>
                <a:ea typeface="Arial"/>
                <a:cs typeface="Arial"/>
                <a:sym typeface="Arial"/>
              </a:rPr>
              <a:t>THE TITLE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1"/>
          <p:cNvSpPr txBox="1"/>
          <p:nvPr/>
        </p:nvSpPr>
        <p:spPr>
          <a:xfrm>
            <a:off x="1182657" y="2219818"/>
            <a:ext cx="36426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1"/>
          <p:cNvSpPr txBox="1"/>
          <p:nvPr/>
        </p:nvSpPr>
        <p:spPr>
          <a:xfrm rot="5400000">
            <a:off x="7593959" y="2130818"/>
            <a:ext cx="16293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1"/>
          <p:cNvSpPr txBox="1"/>
          <p:nvPr/>
        </p:nvSpPr>
        <p:spPr>
          <a:xfrm rot="5400000">
            <a:off x="7787032" y="3286233"/>
            <a:ext cx="12432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SUBTITLE HERE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074" y="1446257"/>
            <a:ext cx="3068232" cy="2740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6930" y="1446257"/>
            <a:ext cx="3068232" cy="2740557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2"/>
          <p:cNvSpPr txBox="1"/>
          <p:nvPr/>
        </p:nvSpPr>
        <p:spPr>
          <a:xfrm>
            <a:off x="6695996" y="763327"/>
            <a:ext cx="1613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ko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518554" y="872598"/>
            <a:ext cx="424165" cy="196393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2"/>
          <p:cNvSpPr txBox="1"/>
          <p:nvPr/>
        </p:nvSpPr>
        <p:spPr>
          <a:xfrm>
            <a:off x="1263066" y="2149457"/>
            <a:ext cx="38739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ko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TITLE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2"/>
          <p:cNvSpPr txBox="1"/>
          <p:nvPr/>
        </p:nvSpPr>
        <p:spPr>
          <a:xfrm>
            <a:off x="1263066" y="2743375"/>
            <a:ext cx="4085100" cy="10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 Write a key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sentence or an additional explanation or keywo-rd. Please enter information about the photo in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frame.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right page layout to suit your purposes. The font used is G market sans Medium. Please enter relevant details here. Write a key sentence or an additional explanation or keyw-ord.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33334" y="1895322"/>
            <a:ext cx="2598882" cy="224138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2"/>
          <p:cNvSpPr txBox="1"/>
          <p:nvPr/>
        </p:nvSpPr>
        <p:spPr>
          <a:xfrm rot="5400000">
            <a:off x="-331806" y="2187645"/>
            <a:ext cx="16293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2"/>
          <p:cNvSpPr txBox="1"/>
          <p:nvPr/>
        </p:nvSpPr>
        <p:spPr>
          <a:xfrm rot="5400000">
            <a:off x="-138733" y="3343060"/>
            <a:ext cx="12432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SUBTITLE HERE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99472" y="476266"/>
            <a:ext cx="6144459" cy="14359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" name="Google Shape;240;p33"/>
          <p:cNvGrpSpPr/>
          <p:nvPr/>
        </p:nvGrpSpPr>
        <p:grpSpPr>
          <a:xfrm>
            <a:off x="6443243" y="353286"/>
            <a:ext cx="2774105" cy="4436279"/>
            <a:chOff x="7536838" y="519462"/>
            <a:chExt cx="3244947" cy="6522981"/>
          </a:xfrm>
        </p:grpSpPr>
        <p:pic>
          <p:nvPicPr>
            <p:cNvPr id="241" name="Google Shape;241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59387" y="700288"/>
              <a:ext cx="3122398" cy="62446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5400000">
              <a:off x="4419733" y="3636567"/>
              <a:ext cx="6522981" cy="28877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3" name="Google Shape;243;p33"/>
          <p:cNvGrpSpPr/>
          <p:nvPr/>
        </p:nvGrpSpPr>
        <p:grpSpPr>
          <a:xfrm>
            <a:off x="901937" y="2752128"/>
            <a:ext cx="2150061" cy="1339968"/>
            <a:chOff x="1055020" y="4046652"/>
            <a:chExt cx="2514986" cy="1970252"/>
          </a:xfrm>
        </p:grpSpPr>
        <p:pic>
          <p:nvPicPr>
            <p:cNvPr id="244" name="Google Shape;244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020" y="5972341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020" y="5490919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020" y="5009496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020" y="4528074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020" y="4046652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33"/>
          <p:cNvSpPr txBox="1"/>
          <p:nvPr/>
        </p:nvSpPr>
        <p:spPr>
          <a:xfrm>
            <a:off x="6932379" y="805676"/>
            <a:ext cx="1613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ko" sz="4500" u="none" cap="none" strike="noStrike">
                <a:solidFill>
                  <a:srgbClr val="F0E9E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0800000">
            <a:off x="744299" y="872598"/>
            <a:ext cx="424165" cy="19639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3"/>
          <p:cNvSpPr txBox="1"/>
          <p:nvPr/>
        </p:nvSpPr>
        <p:spPr>
          <a:xfrm>
            <a:off x="3686603" y="962092"/>
            <a:ext cx="35952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3"/>
          <p:cNvSpPr txBox="1"/>
          <p:nvPr/>
        </p:nvSpPr>
        <p:spPr>
          <a:xfrm>
            <a:off x="635310" y="1115192"/>
            <a:ext cx="3940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ko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TITLE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3"/>
          <p:cNvSpPr txBox="1"/>
          <p:nvPr/>
        </p:nvSpPr>
        <p:spPr>
          <a:xfrm>
            <a:off x="348203" y="2703007"/>
            <a:ext cx="5043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3"/>
          <p:cNvSpPr txBox="1"/>
          <p:nvPr/>
        </p:nvSpPr>
        <p:spPr>
          <a:xfrm>
            <a:off x="305136" y="4131097"/>
            <a:ext cx="32091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B C 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/>
          <p:nvPr/>
        </p:nvSpPr>
        <p:spPr>
          <a:xfrm>
            <a:off x="619633" y="2104315"/>
            <a:ext cx="57666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graphs to effectively build pages.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more information about the topic.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964504" y="3444221"/>
            <a:ext cx="903154" cy="377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219244" y="3305800"/>
            <a:ext cx="1179997" cy="377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1872594" y="3565988"/>
            <a:ext cx="659621" cy="377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2171401" y="3471634"/>
            <a:ext cx="848328" cy="3774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" name="Google Shape;260;p33"/>
          <p:cNvGrpSpPr/>
          <p:nvPr/>
        </p:nvGrpSpPr>
        <p:grpSpPr>
          <a:xfrm>
            <a:off x="3761353" y="2752128"/>
            <a:ext cx="2150061" cy="1339968"/>
            <a:chOff x="4399758" y="4046652"/>
            <a:chExt cx="2514986" cy="1970252"/>
          </a:xfrm>
        </p:grpSpPr>
        <p:pic>
          <p:nvPicPr>
            <p:cNvPr id="261" name="Google Shape;261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99758" y="5972341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99758" y="5490919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99758" y="5009496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99758" y="4528074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99758" y="4046652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6" name="Google Shape;266;p33"/>
          <p:cNvSpPr txBox="1"/>
          <p:nvPr/>
        </p:nvSpPr>
        <p:spPr>
          <a:xfrm>
            <a:off x="3207463" y="2703007"/>
            <a:ext cx="5043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3"/>
          <p:cNvSpPr txBox="1"/>
          <p:nvPr/>
        </p:nvSpPr>
        <p:spPr>
          <a:xfrm>
            <a:off x="3164396" y="4131097"/>
            <a:ext cx="32091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B C 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3553819" y="3174276"/>
            <a:ext cx="1443045" cy="377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5400000">
            <a:off x="4187154" y="3414450"/>
            <a:ext cx="962697" cy="377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rot="5400000">
            <a:off x="4463088" y="3297222"/>
            <a:ext cx="1197153" cy="377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rot="5400000">
            <a:off x="5279413" y="3720386"/>
            <a:ext cx="350825" cy="37745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3"/>
          <p:cNvSpPr txBox="1"/>
          <p:nvPr/>
        </p:nvSpPr>
        <p:spPr>
          <a:xfrm rot="5400000">
            <a:off x="7593959" y="2130818"/>
            <a:ext cx="16293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F0E9E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3"/>
          <p:cNvSpPr txBox="1"/>
          <p:nvPr/>
        </p:nvSpPr>
        <p:spPr>
          <a:xfrm rot="5400000">
            <a:off x="7787032" y="3286233"/>
            <a:ext cx="12432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F0E9E0"/>
                </a:solidFill>
                <a:latin typeface="Arial"/>
                <a:ea typeface="Arial"/>
                <a:cs typeface="Arial"/>
                <a:sym typeface="Arial"/>
              </a:rPr>
              <a:t>SUBTITLE HERE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99472" y="285323"/>
            <a:ext cx="8227691" cy="1066223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4"/>
          <p:cNvSpPr txBox="1"/>
          <p:nvPr/>
        </p:nvSpPr>
        <p:spPr>
          <a:xfrm rot="5400000">
            <a:off x="7348421" y="2595224"/>
            <a:ext cx="12837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ko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4"/>
          <p:cNvSpPr txBox="1"/>
          <p:nvPr/>
        </p:nvSpPr>
        <p:spPr>
          <a:xfrm>
            <a:off x="1273819" y="3827034"/>
            <a:ext cx="45579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ko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TITLE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4"/>
          <p:cNvSpPr txBox="1"/>
          <p:nvPr/>
        </p:nvSpPr>
        <p:spPr>
          <a:xfrm>
            <a:off x="4959524" y="3827034"/>
            <a:ext cx="45177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 Write a key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sentence or an additional explanation or keyword.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right page layout to suit your purposes.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3180001">
            <a:off x="4306400" y="1988309"/>
            <a:ext cx="424165" cy="196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3817" y="525661"/>
            <a:ext cx="2314736" cy="3086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9532" y="525661"/>
            <a:ext cx="2314736" cy="308635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4"/>
          <p:cNvSpPr txBox="1"/>
          <p:nvPr/>
        </p:nvSpPr>
        <p:spPr>
          <a:xfrm rot="5400000">
            <a:off x="163432" y="1724179"/>
            <a:ext cx="16293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4"/>
          <p:cNvSpPr txBox="1"/>
          <p:nvPr/>
        </p:nvSpPr>
        <p:spPr>
          <a:xfrm rot="5400000">
            <a:off x="356505" y="2879593"/>
            <a:ext cx="12432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SUBTITLE HERE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9E0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1590" y="1967170"/>
            <a:ext cx="6141378" cy="307074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5"/>
          <p:cNvSpPr txBox="1"/>
          <p:nvPr/>
        </p:nvSpPr>
        <p:spPr>
          <a:xfrm>
            <a:off x="6800193" y="798996"/>
            <a:ext cx="1613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ko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744299" y="872598"/>
            <a:ext cx="424165" cy="196393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5"/>
          <p:cNvSpPr txBox="1"/>
          <p:nvPr/>
        </p:nvSpPr>
        <p:spPr>
          <a:xfrm>
            <a:off x="1811771" y="913463"/>
            <a:ext cx="78024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 Write a key sentence or an additional explanation or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keyword. Please enter information about the photo in the frame. Use the right page layout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suit your purposes.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1825697" y="1880409"/>
            <a:ext cx="7698113" cy="196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394690" y="3245560"/>
            <a:ext cx="2833802" cy="246857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5"/>
          <p:cNvSpPr txBox="1"/>
          <p:nvPr/>
        </p:nvSpPr>
        <p:spPr>
          <a:xfrm rot="5400000">
            <a:off x="-331806" y="2187645"/>
            <a:ext cx="16293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5"/>
          <p:cNvSpPr txBox="1"/>
          <p:nvPr/>
        </p:nvSpPr>
        <p:spPr>
          <a:xfrm rot="5400000">
            <a:off x="-138733" y="3343060"/>
            <a:ext cx="12432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SUBTITLE HERE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7819" y="1825399"/>
            <a:ext cx="4546068" cy="1454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1705" y="891248"/>
            <a:ext cx="2454921" cy="522807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6"/>
          <p:cNvSpPr txBox="1"/>
          <p:nvPr/>
        </p:nvSpPr>
        <p:spPr>
          <a:xfrm>
            <a:off x="4603076" y="981531"/>
            <a:ext cx="3962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6"/>
          <p:cNvSpPr txBox="1"/>
          <p:nvPr/>
        </p:nvSpPr>
        <p:spPr>
          <a:xfrm>
            <a:off x="40675" y="2401289"/>
            <a:ext cx="85854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0" i="0" lang="ko" sz="4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2739" y="3111284"/>
            <a:ext cx="2454921" cy="522807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6"/>
          <p:cNvSpPr txBox="1"/>
          <p:nvPr/>
        </p:nvSpPr>
        <p:spPr>
          <a:xfrm>
            <a:off x="1749705" y="3205286"/>
            <a:ext cx="39516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 NAME 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310" y="1414055"/>
            <a:ext cx="2454921" cy="522807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6"/>
          <p:cNvSpPr txBox="1"/>
          <p:nvPr/>
        </p:nvSpPr>
        <p:spPr>
          <a:xfrm>
            <a:off x="206849" y="1508057"/>
            <a:ext cx="4094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Feb.15.20XX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8214" y="3357534"/>
            <a:ext cx="2454921" cy="522807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6"/>
          <p:cNvSpPr txBox="1"/>
          <p:nvPr/>
        </p:nvSpPr>
        <p:spPr>
          <a:xfrm>
            <a:off x="5188391" y="3458923"/>
            <a:ext cx="41052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ko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BHCODE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897" y="3768581"/>
            <a:ext cx="2313549" cy="47355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6"/>
          <p:cNvSpPr txBox="1"/>
          <p:nvPr/>
        </p:nvSpPr>
        <p:spPr>
          <a:xfrm>
            <a:off x="424557" y="3846013"/>
            <a:ext cx="38154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ko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